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84F35D-72EA-4D1D-A58A-8A82567F9C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CFA5B2A-4BBB-4939-8133-8C546BB9FE8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287640" y="1143000"/>
            <a:ext cx="5427360" cy="3886200"/>
          </a:xfrm>
          <a:prstGeom prst="rect">
            <a:avLst/>
          </a:prstGeom>
          <a:ln w="0">
            <a:noFill/>
          </a:ln>
        </p:spPr>
      </p:pic>
      <p:pic>
        <p:nvPicPr>
          <p:cNvPr id="8" name="" descr=""/>
          <p:cNvPicPr/>
          <p:nvPr/>
        </p:nvPicPr>
        <p:blipFill>
          <a:blip r:embed="rId2"/>
          <a:stretch/>
        </p:blipFill>
        <p:spPr>
          <a:xfrm>
            <a:off x="7086600" y="228600"/>
            <a:ext cx="2286000" cy="1654200"/>
          </a:xfrm>
          <a:prstGeom prst="rect">
            <a:avLst/>
          </a:prstGeom>
          <a:ln w="0">
            <a:noFill/>
          </a:ln>
        </p:spPr>
      </p:pic>
      <p:sp>
        <p:nvSpPr>
          <p:cNvPr id="9" name=""/>
          <p:cNvSpPr/>
          <p:nvPr/>
        </p:nvSpPr>
        <p:spPr>
          <a:xfrm>
            <a:off x="6172200" y="914400"/>
            <a:ext cx="0" cy="4343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3"/>
          <a:stretch/>
        </p:blipFill>
        <p:spPr>
          <a:xfrm>
            <a:off x="7096320" y="1961640"/>
            <a:ext cx="2312280" cy="1695960"/>
          </a:xfrm>
          <a:prstGeom prst="rect">
            <a:avLst/>
          </a:prstGeom>
          <a:ln w="0">
            <a:noFill/>
          </a:ln>
        </p:spPr>
      </p:pic>
      <p:pic>
        <p:nvPicPr>
          <p:cNvPr id="11" name="" descr=""/>
          <p:cNvPicPr/>
          <p:nvPr/>
        </p:nvPicPr>
        <p:blipFill>
          <a:blip r:embed="rId4"/>
          <a:stretch/>
        </p:blipFill>
        <p:spPr>
          <a:xfrm>
            <a:off x="7158600" y="3680280"/>
            <a:ext cx="2286000" cy="1806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287640" y="1143000"/>
            <a:ext cx="5427360" cy="3886200"/>
          </a:xfrm>
          <a:prstGeom prst="rect">
            <a:avLst/>
          </a:prstGeom>
          <a:ln w="0">
            <a:noFill/>
          </a:ln>
        </p:spPr>
      </p:pic>
      <p:sp>
        <p:nvSpPr>
          <p:cNvPr id="13" name=""/>
          <p:cNvSpPr/>
          <p:nvPr/>
        </p:nvSpPr>
        <p:spPr>
          <a:xfrm>
            <a:off x="5835600" y="914400"/>
            <a:ext cx="0" cy="4343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" name="" descr=""/>
          <p:cNvPicPr/>
          <p:nvPr/>
        </p:nvPicPr>
        <p:blipFill>
          <a:blip r:embed="rId2"/>
          <a:stretch/>
        </p:blipFill>
        <p:spPr>
          <a:xfrm>
            <a:off x="5943600" y="1387800"/>
            <a:ext cx="3942000" cy="318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5029200" y="914400"/>
            <a:ext cx="0" cy="43434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5257800" y="1371600"/>
            <a:ext cx="4764600" cy="3457440"/>
          </a:xfrm>
          <a:prstGeom prst="rect">
            <a:avLst/>
          </a:prstGeom>
          <a:ln w="0">
            <a:noFill/>
          </a:ln>
        </p:spPr>
      </p:pic>
      <p:pic>
        <p:nvPicPr>
          <p:cNvPr id="17" name="" descr=""/>
          <p:cNvPicPr/>
          <p:nvPr/>
        </p:nvPicPr>
        <p:blipFill>
          <a:blip r:embed="rId2"/>
          <a:stretch/>
        </p:blipFill>
        <p:spPr>
          <a:xfrm>
            <a:off x="102960" y="1335600"/>
            <a:ext cx="4890240" cy="359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2025-05-23T10:33:41Z</dcterms:created>
  <dc:creator/>
  <dc:description/>
  <dc:language>en-US</dc:language>
  <cp:lastModifiedBy/>
  <dcterms:modified xsi:type="dcterms:W3CDTF">2025-05-23T11:14:51Z</dcterms:modified>
  <cp:revision>1</cp:revision>
  <dc:subject/>
  <dc:title/>
</cp:coreProperties>
</file>